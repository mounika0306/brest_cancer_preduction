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0"/>
  </p:notesMasterIdLst>
  <p:sldIdLst>
    <p:sldId id="256" r:id="rId2"/>
    <p:sldId id="257" r:id="rId3"/>
    <p:sldId id="278" r:id="rId4"/>
    <p:sldId id="258" r:id="rId5"/>
    <p:sldId id="259" r:id="rId6"/>
    <p:sldId id="267" r:id="rId7"/>
    <p:sldId id="260" r:id="rId8"/>
    <p:sldId id="279" r:id="rId9"/>
    <p:sldId id="280" r:id="rId10"/>
    <p:sldId id="283" r:id="rId11"/>
    <p:sldId id="281" r:id="rId12"/>
    <p:sldId id="282" r:id="rId13"/>
    <p:sldId id="284" r:id="rId14"/>
    <p:sldId id="263" r:id="rId15"/>
    <p:sldId id="265" r:id="rId16"/>
    <p:sldId id="262" r:id="rId17"/>
    <p:sldId id="285" r:id="rId18"/>
    <p:sldId id="264" r:id="rId19"/>
    <p:sldId id="268" r:id="rId20"/>
    <p:sldId id="272" r:id="rId21"/>
    <p:sldId id="269" r:id="rId22"/>
    <p:sldId id="273" r:id="rId23"/>
    <p:sldId id="270" r:id="rId24"/>
    <p:sldId id="275" r:id="rId25"/>
    <p:sldId id="276" r:id="rId26"/>
    <p:sldId id="277" r:id="rId27"/>
    <p:sldId id="261" r:id="rId28"/>
    <p:sldId id="266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15" autoAdjust="0"/>
  </p:normalViewPr>
  <p:slideViewPr>
    <p:cSldViewPr>
      <p:cViewPr varScale="1">
        <p:scale>
          <a:sx n="67" d="100"/>
          <a:sy n="67" d="100"/>
        </p:scale>
        <p:origin x="-1476" y="-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E7E61-CB74-4E6D-9755-82D7C68552B1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0FF33-0891-42D9-8A6F-6745C22D052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30FF33-0891-42D9-8A6F-6745C22D052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F88C9E4-BB2B-4F5D-89F4-DCAE6BCB93FC}" type="datetimeFigureOut">
              <a:rPr lang="en-US" smtClean="0"/>
              <a:pPr/>
              <a:t>5/10/2020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FB718C-C532-4993-BA51-387F0C66447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-457200"/>
            <a:ext cx="8001000" cy="321945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BREAST CANCER PREDICTION</a:t>
            </a:r>
            <a:br>
              <a:rPr lang="en-US" sz="3600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3600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3600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FNAC TEST DATA</a:t>
            </a:r>
            <a:endParaRPr lang="en-US" sz="3600" dirty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4038600"/>
            <a:ext cx="7854696" cy="20574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SUPERVISED BY                                        A Presentation by</a:t>
            </a:r>
          </a:p>
          <a:p>
            <a:pPr algn="l"/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            V.DILIP KUMAR                                                         S. Sri </a:t>
            </a:r>
            <a:r>
              <a:rPr lang="en-US" sz="1700" b="1" dirty="0" err="1" smtClean="0">
                <a:latin typeface="Times New Roman" pitchFamily="18" charset="0"/>
                <a:cs typeface="Times New Roman" pitchFamily="18" charset="0"/>
              </a:rPr>
              <a:t>Sai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b="1" dirty="0" err="1" smtClean="0">
                <a:latin typeface="Times New Roman" pitchFamily="18" charset="0"/>
                <a:cs typeface="Times New Roman" pitchFamily="18" charset="0"/>
              </a:rPr>
              <a:t>Seersha</a:t>
            </a:r>
            <a:endParaRPr lang="en-US" sz="17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</a:t>
            </a:r>
            <a:r>
              <a:rPr lang="en-US" sz="1700" b="1" dirty="0" err="1" smtClean="0">
                <a:latin typeface="Times New Roman" pitchFamily="18" charset="0"/>
                <a:cs typeface="Times New Roman" pitchFamily="18" charset="0"/>
              </a:rPr>
              <a:t>Shaik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b="1" dirty="0" err="1" smtClean="0">
                <a:latin typeface="Times New Roman" pitchFamily="18" charset="0"/>
                <a:cs typeface="Times New Roman" pitchFamily="18" charset="0"/>
              </a:rPr>
              <a:t>Rizwan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Ahmed </a:t>
            </a:r>
          </a:p>
          <a:p>
            <a:pPr algn="l"/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P. </a:t>
            </a:r>
            <a:r>
              <a:rPr lang="en-US" sz="1700" b="1" dirty="0" err="1" smtClean="0">
                <a:latin typeface="Times New Roman" pitchFamily="18" charset="0"/>
                <a:cs typeface="Times New Roman" pitchFamily="18" charset="0"/>
              </a:rPr>
              <a:t>Vamsi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b="1" dirty="0" err="1" smtClean="0">
                <a:latin typeface="Times New Roman" pitchFamily="18" charset="0"/>
                <a:cs typeface="Times New Roman" pitchFamily="18" charset="0"/>
              </a:rPr>
              <a:t>Kamal</a:t>
            </a:r>
            <a:endParaRPr lang="en-US" sz="17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</a:t>
            </a:r>
            <a:r>
              <a:rPr lang="en-US" sz="1700" b="1" dirty="0" err="1" smtClean="0">
                <a:latin typeface="Times New Roman" pitchFamily="18" charset="0"/>
                <a:cs typeface="Times New Roman" pitchFamily="18" charset="0"/>
              </a:rPr>
              <a:t>M.Prasana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Kumar</a:t>
            </a:r>
            <a:endParaRPr lang="en-US" sz="17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95400"/>
            <a:ext cx="8229600" cy="780288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38400"/>
            <a:ext cx="8915400" cy="4038600"/>
          </a:xfrm>
        </p:spPr>
        <p:txBody>
          <a:bodyPr>
            <a:normAutofit/>
          </a:bodyPr>
          <a:lstStyle/>
          <a:p>
            <a:pPr marL="514350" indent="-514350" algn="just">
              <a:buClr>
                <a:schemeClr val="tx1"/>
              </a:buClr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Breast cancer is the most common type of cancer and the second leading cause of cancer deaths in women.</a:t>
            </a:r>
          </a:p>
          <a:p>
            <a:pPr marL="514350" indent="-514350" algn="just">
              <a:buClr>
                <a:schemeClr val="tx1"/>
              </a:buClr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Three predictive foci are related to cancer prognosis: the prediction of cancer susceptibility (risk assessment); the prediction of cancer recurrence; and the prediction of cancer survivability.</a:t>
            </a:r>
          </a:p>
          <a:p>
            <a:pPr marL="514350" indent="-514350" algn="just">
              <a:buClr>
                <a:schemeClr val="tx1"/>
              </a:buClr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Breast cancer can be distinguished of three types: benign breast tumors, in situ cancers, and  invasive cancers.</a:t>
            </a:r>
          </a:p>
          <a:p>
            <a:pPr marL="514350" indent="-514350" algn="just">
              <a:buClr>
                <a:schemeClr val="tx1"/>
              </a:buCl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dataset is collected using FNAC test.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It is a test performed by collection of cells and doing analysis on various components of the cells collected.</a:t>
            </a:r>
          </a:p>
          <a:p>
            <a:endParaRPr lang="en-US" dirty="0" smtClean="0"/>
          </a:p>
          <a:p>
            <a:r>
              <a:rPr lang="en-US" dirty="0" smtClean="0"/>
              <a:t>We apply 6 different supervised learning algorithms on the three datasets in order to train them with the algorithm that gives out best and realistic results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Existing System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Most of the existing systems used different data mining techniques in the process of the prediction.</a:t>
            </a:r>
          </a:p>
          <a:p>
            <a:pPr algn="just">
              <a:buClr>
                <a:schemeClr val="tx1"/>
              </a:buClr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Most of the existing systems concentrated only on one area of prediction.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System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the proposed system, we focus on breast cancer diagnosis, its recurrence and survivability of the patient.</a:t>
            </a:r>
          </a:p>
          <a:p>
            <a:pPr algn="just">
              <a:buClr>
                <a:schemeClr val="tx1"/>
              </a:buClr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outcomes of the system are predicted by training the system with  past information.</a:t>
            </a:r>
          </a:p>
          <a:p>
            <a:pPr algn="just">
              <a:buClr>
                <a:schemeClr val="tx1"/>
              </a:buClr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proposed system will be able to analyze and predict outcomes effectively and this helps in early and easy detection of breast cancer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This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 helps to diagnose breast cancer and also helps to predict whether there is a chance for its recurrence or not as well as survivability of the patient based on the given conditions.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proposed system provides an interface for 3 types of predictions: breast cancer susceptibility, breast cancer recurrence and survivability of the patient.</a:t>
            </a:r>
          </a:p>
          <a:p>
            <a:pPr algn="just">
              <a:buClr>
                <a:schemeClr val="tx1"/>
              </a:buClr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proposed system helps users to easily diagnose the breast cancer  and get effective  required treatment.</a:t>
            </a:r>
          </a:p>
          <a:p>
            <a:pPr algn="just">
              <a:buClr>
                <a:schemeClr val="tx1"/>
              </a:buClr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proposed system reduces the physical strain for users in  diagnosing  breast cancer and helps them to consult doctor for treatment.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Architecture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Screenshot (53)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81200" y="1828800"/>
            <a:ext cx="5257800" cy="47244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UML Diagrams : </a:t>
            </a:r>
            <a:r>
              <a:rPr lang="en-US" sz="3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Usecase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diagram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1531" y="1600200"/>
            <a:ext cx="719713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04088"/>
            <a:ext cx="8382000" cy="74371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</a:rPr>
              <a:t>Class</a:t>
            </a:r>
            <a:r>
              <a:rPr lang="en-US" sz="3600" dirty="0" smtClean="0"/>
              <a:t> </a:t>
            </a:r>
            <a:r>
              <a:rPr lang="en-US" sz="3600" dirty="0" smtClean="0">
                <a:solidFill>
                  <a:schemeClr val="tx1"/>
                </a:solidFill>
              </a:rPr>
              <a:t>diagram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524000"/>
            <a:ext cx="7543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04088"/>
            <a:ext cx="8382000" cy="66751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Sequence diagram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3583" y="1447800"/>
            <a:ext cx="4809234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diagram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8009" y="1524000"/>
            <a:ext cx="6940382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04088"/>
            <a:ext cx="8305800" cy="81991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diagram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8040" y="1524000"/>
            <a:ext cx="6160319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295400"/>
            <a:ext cx="8458200" cy="609600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 </a:t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Machine Learning Techniques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logistic regression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2209800"/>
            <a:ext cx="7696200" cy="41945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76400"/>
            <a:ext cx="396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LOGISTIC REGRESSION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LOGISTIC REGRESSION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 descr="LOG 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676400"/>
            <a:ext cx="8305800" cy="440348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762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SUPPORT VECTOR MACHINE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svm 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676400"/>
            <a:ext cx="4428565" cy="3657600"/>
          </a:xfrm>
        </p:spPr>
      </p:pic>
      <p:pic>
        <p:nvPicPr>
          <p:cNvPr id="6" name="Picture 5" descr="svm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600" y="182880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RANDOM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FOREST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CLASSIFIER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random fores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6800" y="1524001"/>
            <a:ext cx="7086600" cy="4798902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667512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NEAREST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NEIGHBOR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knn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1752600"/>
            <a:ext cx="4599992" cy="3886200"/>
          </a:xfrm>
          <a:prstGeom prst="rect">
            <a:avLst/>
          </a:prstGeom>
        </p:spPr>
      </p:pic>
      <p:pic>
        <p:nvPicPr>
          <p:cNvPr id="4" name="Picture 3" descr="knn 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8200" y="1600200"/>
            <a:ext cx="41910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pic>
        <p:nvPicPr>
          <p:cNvPr id="3" name="Picture 2" descr="Screenshot (11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200"/>
            <a:ext cx="7467600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sklearn.svm import SVC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classifier = SVC(kernel =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rbf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random_state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classifier.fit(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X_train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Y_train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Y_pred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classifier.predict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X_test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Screenshot (9)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1143000"/>
            <a:ext cx="8018427" cy="5334000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sklearn.neighbors</a:t>
            </a:r>
            <a:r>
              <a:rPr lang="en-US" dirty="0" smtClean="0"/>
              <a:t> import </a:t>
            </a:r>
            <a:r>
              <a:rPr lang="en-US" dirty="0" err="1" smtClean="0"/>
              <a:t>KNeighborsClassifier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classifier = </a:t>
            </a:r>
            <a:r>
              <a:rPr lang="en-US" dirty="0" err="1" smtClean="0"/>
              <a:t>KNeighborsClassifier</a:t>
            </a:r>
            <a:r>
              <a:rPr lang="en-US" dirty="0" smtClean="0"/>
              <a:t>(</a:t>
            </a:r>
            <a:r>
              <a:rPr lang="en-US" dirty="0" err="1" smtClean="0"/>
              <a:t>n_neighbors</a:t>
            </a:r>
            <a:r>
              <a:rPr lang="en-US" dirty="0" smtClean="0"/>
              <a:t> = 5, metric = '</a:t>
            </a:r>
            <a:r>
              <a:rPr lang="en-US" dirty="0" err="1" smtClean="0"/>
              <a:t>minkowski</a:t>
            </a:r>
            <a:r>
              <a:rPr lang="en-US" dirty="0" smtClean="0"/>
              <a:t>', p = 2)</a:t>
            </a:r>
          </a:p>
          <a:p>
            <a:pPr>
              <a:buNone/>
            </a:pPr>
            <a:r>
              <a:rPr lang="en-US" dirty="0" smtClean="0"/>
              <a:t>classifier.fit(</a:t>
            </a:r>
            <a:r>
              <a:rPr lang="en-US" dirty="0" err="1" smtClean="0"/>
              <a:t>X_train</a:t>
            </a:r>
            <a:r>
              <a:rPr lang="en-US" dirty="0" smtClean="0"/>
              <a:t>, </a:t>
            </a:r>
            <a:r>
              <a:rPr lang="en-US" dirty="0" err="1" smtClean="0"/>
              <a:t>Y_train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err="1" smtClean="0"/>
              <a:t>Y_pred</a:t>
            </a:r>
            <a:r>
              <a:rPr lang="en-US" dirty="0" smtClean="0"/>
              <a:t> = </a:t>
            </a:r>
            <a:r>
              <a:rPr lang="en-US" dirty="0" err="1" smtClean="0"/>
              <a:t>classifier.predict</a:t>
            </a:r>
            <a:r>
              <a:rPr lang="en-US" dirty="0" smtClean="0"/>
              <a:t>(</a:t>
            </a:r>
            <a:r>
              <a:rPr lang="en-US" dirty="0" err="1" smtClean="0"/>
              <a:t>X_test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14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1371600"/>
            <a:ext cx="7848600" cy="51409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sklearn.ensemble</a:t>
            </a:r>
            <a:r>
              <a:rPr lang="en-US" dirty="0" smtClean="0"/>
              <a:t> import </a:t>
            </a:r>
            <a:r>
              <a:rPr lang="en-US" dirty="0" err="1" smtClean="0"/>
              <a:t>RandomForestClassifier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classifier = </a:t>
            </a:r>
            <a:r>
              <a:rPr lang="en-US" dirty="0" err="1" smtClean="0"/>
              <a:t>RandomForestClassifier</a:t>
            </a:r>
            <a:r>
              <a:rPr lang="en-US" dirty="0" smtClean="0"/>
              <a:t>(</a:t>
            </a:r>
            <a:r>
              <a:rPr lang="en-US" dirty="0" err="1" smtClean="0"/>
              <a:t>n_estimators</a:t>
            </a:r>
            <a:r>
              <a:rPr lang="en-US" dirty="0" smtClean="0"/>
              <a:t> = 10, criterion = 'entropy', </a:t>
            </a:r>
            <a:r>
              <a:rPr lang="en-US" dirty="0" err="1" smtClean="0"/>
              <a:t>random_state</a:t>
            </a:r>
            <a:r>
              <a:rPr lang="en-US" dirty="0" smtClean="0"/>
              <a:t> = 0)</a:t>
            </a:r>
          </a:p>
          <a:p>
            <a:pPr>
              <a:buNone/>
            </a:pPr>
            <a:r>
              <a:rPr lang="en-US" dirty="0" smtClean="0"/>
              <a:t>classifier.fit(</a:t>
            </a:r>
            <a:r>
              <a:rPr lang="en-US" dirty="0" err="1" smtClean="0"/>
              <a:t>X_train</a:t>
            </a:r>
            <a:r>
              <a:rPr lang="en-US" dirty="0" smtClean="0"/>
              <a:t>, </a:t>
            </a:r>
            <a:r>
              <a:rPr lang="en-US" dirty="0" err="1" smtClean="0"/>
              <a:t>Y_train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err="1" smtClean="0"/>
              <a:t>Y_pred</a:t>
            </a:r>
            <a:r>
              <a:rPr lang="en-US" dirty="0" smtClean="0"/>
              <a:t> = </a:t>
            </a:r>
            <a:r>
              <a:rPr lang="en-US" dirty="0" err="1" smtClean="0"/>
              <a:t>classifier.predict</a:t>
            </a:r>
            <a:r>
              <a:rPr lang="en-US" dirty="0" smtClean="0"/>
              <a:t>(</a:t>
            </a:r>
            <a:r>
              <a:rPr lang="en-US" dirty="0" err="1" smtClean="0"/>
              <a:t>X_test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creenshot (32)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447800"/>
            <a:ext cx="8538567" cy="4800600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sklearn.naive_bayes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GaussianNB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classifier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GaussianNB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classifier.fit(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X_train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Y_train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Y_pred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classifier.predict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X_test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Breast cancer is the most common cancer among women. It also occurs in men. So early detection is necessary.</a:t>
            </a:r>
          </a:p>
          <a:p>
            <a:pPr algn="just">
              <a:buClr>
                <a:schemeClr val="tx1"/>
              </a:buClr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helps users for early and easy diagnosis of breast cancer so that the users can receive accurate and effective treatment based on their diagnosis.</a:t>
            </a:r>
          </a:p>
          <a:p>
            <a:pPr algn="just">
              <a:buClr>
                <a:schemeClr val="tx1"/>
              </a:buClr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system is easy to understand, easy to use and provide comfortable interface for users.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THNQ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1213</TotalTime>
  <Words>543</Words>
  <Application>Microsoft Office PowerPoint</Application>
  <PresentationFormat>On-screen Show (4:3)</PresentationFormat>
  <Paragraphs>67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Flow</vt:lpstr>
      <vt:lpstr>BREAST CANCER PREDICTION USING FNAC TEST DATA</vt:lpstr>
      <vt:lpstr>       Abstract</vt:lpstr>
      <vt:lpstr>Introduction</vt:lpstr>
      <vt:lpstr>Existing System</vt:lpstr>
      <vt:lpstr>Proposed System</vt:lpstr>
      <vt:lpstr>  Problem Statement</vt:lpstr>
      <vt:lpstr>Advantages</vt:lpstr>
      <vt:lpstr>System Architecture</vt:lpstr>
      <vt:lpstr>UML Diagrams : Usecase diagram</vt:lpstr>
      <vt:lpstr>Class diagram</vt:lpstr>
      <vt:lpstr>Sequence diagram</vt:lpstr>
      <vt:lpstr>State diagram</vt:lpstr>
      <vt:lpstr>Activity diagram</vt:lpstr>
      <vt:lpstr>       Machine Learning Techniques </vt:lpstr>
      <vt:lpstr>LOGISTIC REGRESSION</vt:lpstr>
      <vt:lpstr>SUPPORT VECTOR MACHINE</vt:lpstr>
      <vt:lpstr>RANDOM FOREST CLASSIFIER</vt:lpstr>
      <vt:lpstr>K NEAREST NEIGHBOR</vt:lpstr>
      <vt:lpstr>Implementation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Conclusion</vt:lpstr>
      <vt:lpstr>Slide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PREDICTION USING MACHINE LEARNING TECHNIQUES</dc:title>
  <dc:creator>Mi</dc:creator>
  <cp:lastModifiedBy>Mi</cp:lastModifiedBy>
  <cp:revision>56</cp:revision>
  <dcterms:created xsi:type="dcterms:W3CDTF">2019-10-13T14:24:12Z</dcterms:created>
  <dcterms:modified xsi:type="dcterms:W3CDTF">2020-05-10T15:06:09Z</dcterms:modified>
</cp:coreProperties>
</file>